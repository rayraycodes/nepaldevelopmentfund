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नेपाल  ·  </a:t>
            </a:r>
            <a:pPr indent="0" marL="0">
              <a:buNone/>
            </a:pPr>
            <a:r>
              <a:rPr lang="en-US" sz="15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Development Funding to Nepal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verifiable, sovereign record of who funds Nepal, what they deliver, and what for.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matters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built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pPr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stays trustworthy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briefing for the Government of Nepal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किन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data goes dark, accountability does too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make foreign aid hard for Nepal to see clearly: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C015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43230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is borrowed, not owned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data lives on donor websites. When USAID was dissolved in 2025, its site went offline and Nepal lost the record of assistance it had received. Dependence on a foreign portal is a sovereignty risk.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412394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sides of the ledger disagree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45262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donors report giving and what Nepal reports receiving differ by 7 to 33 percent every year. Without a reconciliation, planning rests on numbers nobody has squared.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46888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0D2440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by year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F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vs donor books +27%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37673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3767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F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vs donor books +48%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4334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43342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vs donor books -11%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49011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49011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FE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vs donor books +14%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5212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 own report is the more complete record: it captures China and India, which the international system omits.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Development Funding to Nepal  ·  built from primary sources, retrieved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किन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ground just shifted under Nepal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US restructuring is not a forecast. It is already measurable in the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25400" dir="5400000">
              <a:srgbClr val="8895A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61488"/>
            <a:ext cx="64008" cy="1106424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63347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1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6112" y="341985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in new US commitments in FY2025, the sharpest cut on record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25400" dir="5400000">
              <a:srgbClr val="8895A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761488"/>
            <a:ext cx="64008" cy="1106424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63347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99432" y="341985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2,609 US awards ended inside the restructuring window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468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25400" dir="5400000">
              <a:srgbClr val="8895A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761488"/>
            <a:ext cx="64008" cy="1106424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63347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1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→ 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02752" y="341985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 budget accounts for Nepal, FY2024 to FY2026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BEAEC"/>
          </a:solidFill>
          <a:ln w="12700">
            <a:solidFill>
              <a:srgbClr val="E7B6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USAID disappears, the $500m Millennium Challenge Corporation compact (power lines and roads, running to August 2028) becomes the dominant US channel. Nepal's leverage and obligations there now matter disproportionately.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Development Funding to Nepal  ·  built from primary sources, retrieved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single, source-faithful record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97510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ledgers, compared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Donor-side (OECD, World Bank, ADB, US, UN) set beside recipient-side (Nepal's own Development Cooperation Report). Compared, never merged, with every gap explained.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66928" cy="566928"/>
          </a:xfrm>
          <a:prstGeom prst="ellipse">
            <a:avLst/>
          </a:prstGeom>
          <a:solidFill>
            <a:srgbClr val="0D24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62102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 deep dive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4023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the budget account, the sub-sector, the implementing partner, and all 2,609 individual projects, triaged by status.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74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503834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documents, archived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54406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MCC compact, the recovered USAID strategy, ADB and World Bank frameworks, each saved with a checksum.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Nepal to use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93408" y="2734056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264261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 —  </a:t>
            </a:r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/ नेपाली, side by side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93408" y="3392424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330098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 —  </a:t>
            </a:r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project; switch any year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93408" y="405079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39593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 —  </a:t>
            </a:r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links to its official source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93408" y="470916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46177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 —  </a:t>
            </a:r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survive when source sites die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93408" y="53675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6967728" y="52760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—  </a:t>
            </a:r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CSVs anyone can re-check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37376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Development Funding to Nepal  ·  built from primary sources, retrieved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Following each dollar to its purpose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assistance to Nepal, 2015–2026 ($2.0 billion delivered):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25400" dir="5400000">
              <a:srgbClr val="8895A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23160"/>
            <a:ext cx="342900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82¢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kept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promised dollar was actually delivered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24231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25400" dir="5400000">
              <a:srgbClr val="8895A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423160"/>
            <a:ext cx="3429000" cy="109728"/>
          </a:xfrm>
          <a:prstGeom prst="rect">
            <a:avLst/>
          </a:prstGeom>
          <a:solidFill>
            <a:srgbClr val="0D24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~50¢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61772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people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434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people directly: nutrition, clinics, schools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42316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114300" dist="25400" dir="5400000">
              <a:srgbClr val="8895A7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2423160"/>
            <a:ext cx="3429000" cy="109728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2971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1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18¢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832104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machine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44348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system itself: administration and oversight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18¢ is only the visible overhead; what partners spend on their own administration inside program awards is not published anywhere. We say so, on the page.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Development Funding to Nepal  ·  built from primary sources, retrieved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international statistics miss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$99.8m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 largest bilateral donor in FY2022/23 — and almost invisible in OECD data, because India does not report to it. Only Nepal's own books capture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promises, </a:t>
            </a:r>
            <a:pPr indent="0" marL="0">
              <a:buNone/>
            </a:pPr>
            <a:r>
              <a:rPr lang="en-US" sz="2600" b="1" dirty="0">
                <a:solidFill>
                  <a:srgbClr val="C01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delivery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37490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commitments to Nepal run to hundreds of millions; the disbursements Nepal actually records fell to about $14m by FY2022/23. The headline numbers are pledges, not cash. A measurement fact, stated neutrally.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37376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Development Funding to Nepal  ·  built from primary sources, retrieved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कसरी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built into the method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15315A"/>
          </a:solidFill>
          <a:ln w="12700">
            <a:solidFill>
              <a:srgbClr val="244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E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295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65176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multilateral systems directly — no aggregators, no guesses.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15315A"/>
          </a:solidFill>
          <a:ln w="12700">
            <a:solidFill>
              <a:srgbClr val="244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E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49440" y="2295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with a fingerprint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65176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pinned to a dated snapshot and a SHA-256 checksum.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15315A"/>
          </a:solidFill>
          <a:ln w="12700">
            <a:solidFill>
              <a:srgbClr val="244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E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6210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Reconciled, not merged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ledgers are squared against each other; every mismatch is logged with its cause.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4747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15315A"/>
          </a:solidFill>
          <a:ln w="12700">
            <a:solidFill>
              <a:srgbClr val="244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E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36210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397764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cannot be verified is left blank and labelled missing.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15315A"/>
          </a:solidFill>
          <a:ln w="12700">
            <a:solidFill>
              <a:srgbClr val="2448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E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9469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30352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Redactions, classifications and uncertainty are flagged on every chart.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80060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15315A"/>
          </a:solidFill>
          <a:ln w="12700">
            <a:solidFill>
              <a:srgbClr val="2448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E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49469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530352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re-run the pipeline and get the same numbers.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sources · all reconciling to the dollar where they overlap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1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NEPAL  </a:t>
            </a:r>
            <a:pPr indent="0" marL="0">
              <a:buNone/>
            </a:pPr>
            <a:r>
              <a:rPr lang="en-US" sz="1200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नेपालका लागि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puts in Nepal's hands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9829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planning instrument for the gap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lost their pipeline in 2025 — health and governance most — so the budget can respond with evidence, not guesswork.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0D24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392424"/>
            <a:ext cx="9829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sovereignty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79476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stops depending on foreign portals it cannot control. The record is archived here and updates from Nepal's own AMIS / DCR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00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764024"/>
            <a:ext cx="9829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transparency portal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516636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interactive, bilingual companion to the Development Cooperation Report the Ministry of Finance already publishes — for citizens, parliament and partners.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37376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Development Funding to Nepal  ·  built from primary sources, retrieved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015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record is Nepal's.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official sources, kept verifiable, told in two languages —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“where did the money go?” always has an answer.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next:  </a:t>
            </a:r>
            <a:pPr indent="0" marL="0">
              <a:buNone/>
            </a:pPr>
            <a:r>
              <a:rPr lang="en-US" sz="14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AMIS  ·  publish it through IECCD  ·  let Nepal contest the classifications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5897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धन्यवाद  ·  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Nepal Development Funding dataset</dc:creator>
  <cp:lastModifiedBy>Nepal Development Funding dataset</cp:lastModifiedBy>
  <cp:revision>1</cp:revision>
  <dcterms:created xsi:type="dcterms:W3CDTF">2026-06-21T13:24:02Z</dcterms:created>
  <dcterms:modified xsi:type="dcterms:W3CDTF">2026-06-21T13:24:02Z</dcterms:modified>
</cp:coreProperties>
</file>